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We welcome calls from owners considering a strategic sale, merger, or change-of-control transaction in any of our five industries, and from the advisors who work with them.</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on strategic sales, mergers, and qualifying change-of-control transactions.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 CFA</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across five industries on strategic sales, mergers, and qualifying change-of-control transactions.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INDUSTRIALS</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