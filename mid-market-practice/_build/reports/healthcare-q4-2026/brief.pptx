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INDUSTRY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sectors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INDUSTRY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sector,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Industry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sector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sector.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sectors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Sector</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sectors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sector</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We welcome calls from owners considering a strategic sale, merger or change-of-control transaction in any of our five industries, and from the advisors who work with them.</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on strategic sales, mergers, and qualifying change-of-control transactions.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637263" y="2971800"/>
            <a:ext cx="1650000" cy="233210"/>
          </a:xfrm>
          <a:prstGeom prst="rect">
            <a:avLst/>
          </a:prstGeom>
          <a:noFill/>
        </p:spPr>
        <p:txBody>
          <a:bodyPr wrap="none" lIns="0" tIns="0" rIns="0" bIns="0" anchor="t">
            <a:spAutoFit/>
          </a:bodyPr>
          <a:lstStyle/>
          <a:p>
            <a:pPr algn="ctr">
              <a:lnSpc>
                <a:spcPts val="975"/>
              </a:lnSpc>
            </a:pPr>
            <a:r>
              <a:rPr sz="638" b="1" i="0" spc="105">
                <a:solidFill>
                  <a:srgbClr val="8C6239"/>
                </a:solidFill>
                <a:latin typeface="Calibri"/>
              </a:rPr>
              <a:t>MANAGING DIRECTOR</a:t>
            </a:r>
            <a:br>
              <a:rPr sz="638" b="1" i="0" spc="105">
                <a:solidFill>
                  <a:srgbClr val="8C6239"/>
                </a:solidFill>
                <a:latin typeface="Calibri"/>
              </a:rPr>
            </a:br>
            <a:r>
              <a:rPr sz="638" b="1" i="0" spc="105">
                <a:solidFill>
                  <a:srgbClr val="8C6239"/>
                </a:solidFill>
                <a:latin typeface="Calibri"/>
              </a:rPr>
              <a:t>HEAD OF MIDDLE MARKET</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271685"/>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across five industries on strategic sales, mergers, and qualifying change-of-control transactions.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INDUSTRIALS</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SECTORS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SECTORS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SECTOR</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Industry Report</dc:title>
  <dc:subject>Healthcare quarterly industry report,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