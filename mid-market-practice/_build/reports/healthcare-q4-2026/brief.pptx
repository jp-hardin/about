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We welcome calls from owners considering a sale or strategic partnership in any of our five industries, and from the advisors who work with them.</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from majority and control transactions to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across five industries, from majority and control transactions to strategic partnerships.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