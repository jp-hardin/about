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sector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INDUSTRY REPORT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sectors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INDUSTRY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Market conditions,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Box"/>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this year, the slowest since 2017. Medtech deal value reached $36.5 billion in the first half. Put strategic acquirers on every buyer list.</a:t>
            </a:r>
          </a:p>
          <a:p>
            <a:pPr>
              <a:spcBef>
                <a:spcPts val="600"/>
              </a:spcBef>
            </a:pPr>
            <a:r>
              <a:rPr sz="850" b="1">
                <a:solidFill>
                  <a:srgbClr val="C99A6A"/>
                </a:solidFill>
                <a:latin typeface="Calibri"/>
              </a:rPr>
              <a:t>02  </a:t>
            </a:r>
            <a:r>
              <a:rPr sz="850" b="1">
                <a:solidFill>
                  <a:srgbClr val="FFFFFF"/>
                </a:solidFill>
                <a:latin typeface="Calibri"/>
              </a:rPr>
              <a:t>Debt costs healthcare buyers more</a:t>
            </a:r>
          </a:p>
          <a:p>
            <a:pPr>
              <a:lnSpc>
                <a:spcPct val="120000"/>
              </a:lnSpc>
            </a:pPr>
            <a:r>
              <a:rPr sz="800" b="0">
                <a:solidFill>
                  <a:srgbClr val="D9D2C9"/>
                </a:solidFill>
                <a:latin typeface="Calibri"/>
              </a:rPr>
              <a:t>Direct lenders widened buyout loan spreads to an average of 509 basis points in the second quarter, from 474 in the first. Senior debt on completed middle-market deals was priced at 7.8%.</a:t>
            </a:r>
          </a:p>
          <a:p>
            <a:pPr>
              <a:spcBef>
                <a:spcPts val="600"/>
              </a:spcBef>
            </a:pPr>
            <a:r>
              <a:rPr sz="850" b="1">
                <a:solidFill>
                  <a:srgbClr val="C99A6A"/>
                </a:solidFill>
                <a:latin typeface="Calibri"/>
              </a:rPr>
              <a:t>03  </a:t>
            </a:r>
            <a:r>
              <a:rPr sz="850" b="1">
                <a:solidFill>
                  <a:srgbClr val="FFFFFF"/>
                </a:solidFill>
                <a:latin typeface="Calibri"/>
              </a:rPr>
              <a:t>Recurring revenue earns the best price</a:t>
            </a:r>
          </a:p>
          <a:p>
            <a:pPr>
              <a:lnSpc>
                <a:spcPct val="120000"/>
              </a:lnSpc>
            </a:pPr>
            <a:r>
              <a:rPr sz="800" b="0">
                <a:solidFill>
                  <a:srgbClr val="D9D2C9"/>
                </a:solidFill>
                <a:latin typeface="Calibri"/>
              </a:rPr>
              <a:t>The median private equity entry multiple for healthcare services was 13.6x EBITDA in 2025, weighted toward larger platforms. The best prices go to revenue that recurs under contract or clinical necessity, paid by a balanced mix of payers.</a:t>
            </a:r>
          </a:p>
          <a:p>
            <a:pPr>
              <a:spcBef>
                <a:spcPts val="600"/>
              </a:spcBef>
            </a:pPr>
            <a:r>
              <a:rPr sz="850" b="1">
                <a:solidFill>
                  <a:srgbClr val="C99A6A"/>
                </a:solidFill>
                <a:latin typeface="Calibri"/>
              </a:rPr>
              <a:t>04  </a:t>
            </a:r>
            <a:r>
              <a:rPr sz="850" b="1">
                <a:solidFill>
                  <a:srgbClr val="FFFFFF"/>
                </a:solidFill>
                <a:latin typeface="Calibri"/>
              </a:rPr>
              <a:t>Plan now for 2027 rate and notice rules</a:t>
            </a:r>
          </a:p>
          <a:p>
            <a:pPr>
              <a:lnSpc>
                <a:spcPct val="120000"/>
              </a:lnSpc>
            </a:pPr>
            <a:r>
              <a:rPr sz="800" b="0">
                <a:solidFill>
                  <a:srgbClr val="D9D2C9"/>
                </a:solidFill>
                <a:latin typeface="Calibri"/>
              </a:rPr>
              <a:t>Medicare proposes physician conversion factor cuts of up to 1.68% for 2027. Maine's 180-day notice and approval regime begins January 1, 2027. Model the rates and build review time into the deal calendar.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conditions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sector,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Industry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market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sector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sector.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sectors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Sector</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sectors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sector</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Owners considering a sale, a recapitalization or a growth partnership in any of the four sectors, and the advisors who work with them, are welcome to call or write.</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on sales, recapitalizations and growth partnerships across five industries.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SECTORS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SECTORS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SECTOR</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market participants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Industry Report</dc:title>
  <dc:subject>Healthcare quarterly industry report, Q4 2026</dc:subject>
  <dc:creator>Jared Hardin, Benchmark International</dc:creator>
  <cp:keywords/>
  <dc:description/>
  <cp:lastModifiedBy>Benchmark International</cp:lastModifiedBy>
  <cp:revision>5</cp:revision>
  <dcterms:created xsi:type="dcterms:W3CDTF">2013-01-27T09:14:16Z</dcterms:created>
  <dcterms:modified xsi:type="dcterms:W3CDTF">2026-10-14T13:27:31Z</dcterms:modified>
  <cp:category/>
</cp:coreProperties>
</file>