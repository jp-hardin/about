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sector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INDUSTRY REPORT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sectors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INDUSTRY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active buyers</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Firms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Managed revenue brings funded bidders</a:t>
            </a:r>
          </a:p>
          <a:p>
            <a:pPr>
              <a:lnSpc>
                <a:spcPct val="120000"/>
              </a:lnSpc>
            </a:pPr>
            <a:r>
              <a:rPr sz="800" b="0">
                <a:solidFill>
                  <a:srgbClr val="D9D2C9"/>
                </a:solidFill>
                <a:latin typeface="Quicksand"/>
              </a:rPr>
              <a:t>Buyers announced 64 acquisitions of managed service providers in the first quarter, 73% more than a year earlier. Contracted managed revenue can put several funded bidders in one process.</a:t>
            </a:r>
          </a:p>
          <a:p>
            <a:pPr>
              <a:spcBef>
                <a:spcPts val="600"/>
              </a:spcBef>
            </a:pPr>
            <a:r>
              <a:rPr sz="850" b="1">
                <a:solidFill>
                  <a:srgbClr val="C99A6A"/>
                </a:solidFill>
                <a:latin typeface="Quicksand"/>
              </a:rPr>
              <a:t>03  </a:t>
            </a:r>
            <a:r>
              <a:rPr sz="850" b="1">
                <a:solidFill>
                  <a:srgbClr val="FFFFFF"/>
                </a:solidFill>
                <a:latin typeface="Quicksand"/>
              </a:rPr>
              <a:t>Dearer debt favors documented earnings</a:t>
            </a:r>
          </a:p>
          <a:p>
            <a:pPr>
              <a:lnSpc>
                <a:spcPct val="120000"/>
              </a:lnSpc>
            </a:pPr>
            <a:r>
              <a:rPr sz="800" b="0">
                <a:solidFill>
                  <a:srgbClr val="D9D2C9"/>
                </a:solidFill>
                <a:latin typeface="Quicksand"/>
              </a:rPr>
              <a:t>Total debt on platform acquisitions fell to 2.9x EBITDA from 3.4x, and the Federal Reserve raised its target range on September 16.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once it ships</a:t>
            </a:r>
          </a:p>
          <a:p>
            <a:pPr>
              <a:lnSpc>
                <a:spcPct val="120000"/>
              </a:lnSpc>
            </a:pPr>
            <a:r>
              <a:rPr sz="800" b="0">
                <a:solidFill>
                  <a:srgbClr val="D9D2C9"/>
                </a:solidFill>
                <a:latin typeface="Quicksand"/>
              </a:rPr>
              <a:t>North American electronics manufacturing services bookings rose 53.5% in August, while shipments rose 1.0%. Show that backlog converts at steady margins.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sectors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Sectors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sector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in this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Industry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market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sector,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sector,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sectors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sector</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sectors.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sector.</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Market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sector,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this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Owners considering a sale, a recapitalization or a growth partnership in any of the six sectors, and the advisors who work with them, are welcome to call or write.</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in sales, recapitalizations and growth partnerships.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29" name="TextBox 28"/>
          <p:cNvSpPr txBox="1"/>
          <p:nvPr/>
        </p:nvSpPr>
        <p:spPr>
          <a:xfrm>
            <a:off x="2799755" y="3141440"/>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274057"/>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274057"/>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274057"/>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a:t>
            </a:r>
          </a:p>
        </p:txBody>
      </p:sp>
      <p:sp>
        <p:nvSpPr>
          <p:cNvPr id="61" name="TextBox 60"/>
          <p:cNvSpPr txBox="1"/>
          <p:nvPr/>
        </p:nvSpPr>
        <p:spPr>
          <a:xfrm>
            <a:off x="8143875" y="4422267"/>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169407"/>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169407"/>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236082"/>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384291"/>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97596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industries.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on sales, recapitalizations and growth partnerships across five industries.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INDUSTRIES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industry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Technology Q4 2026 Industry Report</dc:title>
  <dc:subject>Technology quarterly industry report, Q4 2026</dc:subject>
  <dc:creator>Jared Hardin, Benchmark International</dc:creator>
  <cp:keywords/>
  <dc:description/>
  <cp:lastModifiedBy>Benchmark International</cp:lastModifiedBy>
  <cp:revision>1</cp:revision>
  <dcterms:created xsi:type="dcterms:W3CDTF">2013-01-27T09:14:16Z</dcterms:created>
  <dcterms:modified xsi:type="dcterms:W3CDTF">2013-01-27T09:15:58Z</dcterms:modified>
  <cp:category/>
</cp:coreProperties>
</file>