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We welcome calls from owners considering a strategic sale, merger, or change-of-control transaction in any of our five industries, and from the advisors who work with them.</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on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630119" y="2956274"/>
            <a:ext cx="1650000" cy="214160"/>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br>
              <a:rPr sz="638" b="1" i="0" spc="105">
                <a:solidFill>
                  <a:srgbClr val="8C6239"/>
                </a:solidFill>
                <a:latin typeface="Quicksand"/>
              </a:rPr>
            </a:br>
            <a:r>
              <a:rPr sz="638" b="1" i="0" spc="105">
                <a:solidFill>
                  <a:srgbClr val="8C6239"/>
                </a:solidFill>
                <a:latin typeface="Quicksand"/>
              </a:rPr>
              <a:t>HEAD OF MIDDLE MARKET</a:t>
            </a:r>
          </a:p>
        </p:txBody>
      </p:sp>
      <p:sp>
        <p:nvSpPr>
          <p:cNvPr id="29" name="TextBox 28"/>
          <p:cNvSpPr txBox="1"/>
          <p:nvPr/>
        </p:nvSpPr>
        <p:spPr>
          <a:xfrm>
            <a:off x="2799755" y="3250825"/>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80000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across five industries on strategic sales, mergers, and qualifying change-of-control transactions.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