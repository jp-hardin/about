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Owners considering a sale, a majority or control transaction or a strategic partnership in any of the six sectors, and the advisors who work with them, are welcome to call or write.</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in majority and control transactions and strategic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on majority and control transactions and strategic partnerships across five industries.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