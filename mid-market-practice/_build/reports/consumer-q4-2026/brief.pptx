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223685"/>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br>
              <a:rPr lang="en-US" sz="638" b="1" kern="0" spc="135" dirty="0">
                <a:solidFill>
                  <a:srgbClr val="8C6239"/>
                </a:solidFill>
                <a:latin typeface="Quicksand" pitchFamily="34" charset="0"/>
              </a:rPr>
            </a:br>
            <a:r>
              <a:rPr lang="en-US" sz="638" b="1" kern="0" spc="135" dirty="0">
                <a:solidFill>
                  <a:srgbClr val="8C6239"/>
                </a:solidFill>
                <a:latin typeface="Quicksand" pitchFamily="34" charset="0"/>
              </a:rPr>
              <a:t>HEAD OF MIDDLE MARKET</a:t>
            </a:r>
            <a:endParaRPr lang="en-US" sz="638" dirty="0"/>
          </a:p>
        </p:txBody>
      </p:sp>
      <p:sp>
        <p:nvSpPr>
          <p:cNvPr id="23" name="Text 22"/>
          <p:cNvSpPr txBox="1"/>
          <p:nvPr/>
        </p:nvSpPr>
        <p:spPr>
          <a:xfrm>
            <a:off x="4724400" y="3862235"/>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full sale to a strategic partnership,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