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tmp/claude-0/-home-claude-about/b7ea608c-3502-5da6-986c-4c57d144c940/scratchpad/brief/assets/logo-black.png"/>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tmp/claude-0/-home-claude-about/b7ea608c-3502-5da6-986c-4c57d144c940/scratchpad/brief/assets/knot.jpg"/>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tmp/claude-0/-home-claude-about/b7ea608c-3502-5da6-986c-4c57d144c940/scratchpad/brief/assets/logo-white.png"/>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BENCHMARK CAPITAL MARKETS</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about/b7ea608c-3502-5da6-986c-4c57d144c940/scratchpad/brief/assets/hero.jpg"/>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tmp/claude-0/-home-claude-about/b7ea608c-3502-5da6-986c-4c57d144c940/scratchpad/brief/assets/logo-white.png"/>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descr="/tmp/claude-0/-home-claude-about/b7ea608c-3502-5da6-986c-4c57d144c940/scratchpad/brief/pptx/icons/factory_lg.png"/>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tmp/claude-0/-home-claude-about/b7ea608c-3502-5da6-986c-4c57d144c940/scratchpad/brief/pptx/icons/boxes_lg.png"/>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tmp/claude-0/-home-claude-about/b7ea608c-3502-5da6-986c-4c57d144c940/scratchpad/brief/pptx/icons/building_lg.png"/>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tmp/claude-0/-home-claude-about/b7ea608c-3502-5da6-986c-4c57d144c940/scratchpad/brief/pptx/icons/bolt_lg.png"/>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mp/claude-0/-home-claude-about/b7ea608c-3502-5da6-986c-4c57d144c940/scratchpad/brief/pptx/icons/truck_lg.png"/>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claude-about/b7ea608c-3502-5da6-986c-4c57d144c940/scratchpad/brief/assets/robots.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03</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04</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the buildout reaches every industrial segment</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technicians.jpg"/>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tmp/claude-0/-home-claude-about/b7ea608c-3502-5da6-986c-4c57d144c940/scratchpad/brief/pptx/icons/factory_lg.png"/>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tmp/claude-0/-home-claude-about/b7ea608c-3502-5da6-986c-4c57d144c940/scratchpad/brief/pptx/icons/layers_lg.png"/>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tmp/claude-0/-home-claude-about/b7ea608c-3502-5da6-986c-4c57d144c940/scratchpad/brief/pptx/icons/wrench_lg.png"/>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tmp/claude-0/-home-claude-about/b7ea608c-3502-5da6-986c-4c57d144c940/scratchpad/brief/pptx/icons/percent_lg.png"/>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tmp/claude-0/-home-claude-about/b7ea608c-3502-5da6-986c-4c57d144c940/scratchpad/brief/pptx/icons/factory_lg.png"/>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tmp/claude-0/-home-claude-about/b7ea608c-3502-5da6-986c-4c57d144c940/scratchpad/brief/pptx/icons/boxes_lg.png"/>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tmp/claude-0/-home-claude-about/b7ea608c-3502-5da6-986c-4c57d144c940/scratchpad/brief/pptx/icons/building_lg.png"/>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mp/claude-0/-home-claude-about/b7ea608c-3502-5da6-986c-4c57d144c940/scratchpad/brief/pptx/icons/truck_lg.png"/>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tmp/claude-0/-home-claude-about/b7ea608c-3502-5da6-986c-4c57d144c940/scratchpad/brief/assets/plant.jpg"/>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signing.jpg"/>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tmp/claude-0/-home-claude-about/b7ea608c-3502-5da6-986c-4c57d144c940/scratchpad/brief/assets/jared-hardin.jpg"/>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tmp/claude-0/-home-claude-about/b7ea608c-3502-5da6-986c-4c57d144c940/scratchpad/brief/assets/jordan-houtz.jpg"/>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about/b7ea608c-3502-5da6-986c-4c57d144c940/scratchpad/brief/assets/lathe.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tmp/claude-0/-home-claude-about/b7ea608c-3502-5da6-986c-4c57d144c940/scratchpad/brief/pptx/icons/factory_dg.png"/>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pptx/icons/boxes_dg.png"/>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tmp/claude-0/-home-claude-about/b7ea608c-3502-5da6-986c-4c57d144c940/scratchpad/brief/pptx/icons/building_dg.png"/>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tmp/claude-0/-home-claude-about/b7ea608c-3502-5da6-986c-4c57d144c940/scratchpad/brief/pptx/icons/bolt_dg.png"/>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mp/claude-0/-home-claude-about/b7ea608c-3502-5da6-986c-4c57d144c940/scratchpad/brief/pptx/icons/truck_dg.png"/>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about/b7ea608c-3502-5da6-986c-4c57d144c940/scratchpad/brief/assets/meeting.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descr="/tmp/claude-0/-home-claude-about/b7ea608c-3502-5da6-986c-4c57d144c940/scratchpad/brief/assets/jared-hardin.jpg"/>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assets/jordan-houtz.jpg"/>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9" name="Text 15"/>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
            </a:r>
            <a:endParaRPr lang="en-US" sz="810"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descr="/tmp/claude-0/-home-claude-about/b7ea608c-3502-5da6-986c-4c57d144c940/scratchpad/brief/assets/alex-zykov.jpg"/>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5" name="Text 20"/>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Leads execution from onboarding through signing and closing</a:t>
            </a:r>
            <a:endParaRPr lang="en-US" sz="810"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descr="/tmp/claude-0/-home-claude-about/b7ea608c-3502-5da6-986c-4c57d144c940/scratchpad/brief/assets/shannon-hess.jpg"/>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1" name="Text 25"/>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An additional point of contact for owners considering an engagement</a:t>
            </a:r>
            <a:endParaRPr lang="en-US" sz="810"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descr="/tmp/claude-0/-home-claude-about/b7ea608c-3502-5da6-986c-4c57d144c940/scratchpad/brief/assets/logo-white.png"/>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descr="/tmp/claude-0/-home-claude-about/b7ea608c-3502-5da6-986c-4c57d144c940/scratchpad/brief/pptx/icons/factory_lg.png"/>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descr="/tmp/claude-0/-home-claude-about/b7ea608c-3502-5da6-986c-4c57d144c940/scratchpad/brief/pptx/icons/boxes_lg.png"/>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descr="/tmp/claude-0/-home-claude-about/b7ea608c-3502-5da6-986c-4c57d144c940/scratchpad/brief/pptx/icons/building_lg.png"/>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descr="/tmp/claude-0/-home-claude-about/b7ea608c-3502-5da6-986c-4c57d144c940/scratchpad/brief/pptx/icons/bolt_lg.png"/>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descr="/tmp/claude-0/-home-claude-about/b7ea608c-3502-5da6-986c-4c57d144c940/scratchpad/brief/pptx/icons/truck_lg.png"/>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Sector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Capital Markets</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Quarterly sector brief, October 2026</dc:subject>
  <dc:creator>Jared Hardin, Benchmark Capital Markets</dc:creator>
  <cp:lastModifiedBy>Jason Lisiak</cp:lastModifiedBy>
  <cp:revision>3</cp:revision>
  <dcterms:created xsi:type="dcterms:W3CDTF">2026-10-12T16:51:24Z</dcterms:created>
  <dcterms:modified xsi:type="dcterms:W3CDTF">2026-10-13T16:46:10Z</dcterms:modified>
</cp:coreProperties>
</file>